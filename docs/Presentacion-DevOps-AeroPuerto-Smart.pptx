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IMPLEMENTACIÓN DE DEVOPS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AeroPuerto Smart - FlyTrack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Práctica DevOps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OBJETIVOS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Automatizar el ciclo de desarrollo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Implementar CI/CD con GitHub Actions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Configurar contenedores con Docker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Establecer pruebas automatizadas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Desplegar a staging y producción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DIAGNÓSTICO INICIAL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Problemas identificados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Problema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Impacto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Actualizaciones tardan días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Retraso en funcionalidades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Despliegues con fallos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Inestabilidad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Sin pruebas automatizadas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Errores no detectados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Infraestructura manual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Errores de configuración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SOLUCIÓN IMPLEMENTADA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Pipeline CI/CD - GitHub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1. BUILD - Compilación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Backend: pip install | Frontend: npm ci + build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2. TEST &amp; QUALITY - Pruebas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Linting: Flake8 + Black | Tests: pytest con cobertura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3. BUILD &amp; PUSH - Imágenes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Docker build + push a GitHub Container Registry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4. DEPLOY - Despliegue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Staging (develop) | Producción (main)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HERRAMIENTAS UTILIZADAS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Stack Tecnológico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Categoría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Herramienta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Uso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CI/CD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GitHub Actions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Pipeline automatizado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Testing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pytest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Pruebas unitarias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Container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Docker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Contenedores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Linting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Flake8 + Black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Calidad de código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FastAPI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API REST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Frontend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Angular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Interfaz web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PostgreSQL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Base de datos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RESULTADOS OBTENIDOS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Métricas antes y después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Métrica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Antes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Después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Tiempo de despliegue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Días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Minutos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Tasa de fallos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Alta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Baja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Pruebas automatizadas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80%+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Visibilidad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Limitada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LECCIONES APRENDIDAS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1. La automatización es clave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Automatizar tareas repetitivas reduce errores humanos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2. Las pruebas son fundamentales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Invertir en tests automatizados previene problemas en producción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3. Los contenedores facilitan el despliegue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Docker garantiza consistencia entre entornos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La implementación de DevOps ha transformado el desarrollo de FlyTrack, permitiendo: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Despliegues seguros y frecuentes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Detección temprana de errores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Mantenimiento de estándares de calidad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¡Gracias!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- AeroPuerto Smart</dc:title>
  <dc:subject>Presentacion Practica DevOps</dc:subject>
  <dc:creator>Estudiante</dc:creator>
  <cp:lastModifiedBy>Estudiante</cp:lastModifiedBy>
  <cp:revision>1</cp:revision>
  <dcterms:created xsi:type="dcterms:W3CDTF">2026-05-09T21:39:53Z</dcterms:created>
  <dcterms:modified xsi:type="dcterms:W3CDTF">2026-05-09T21:39:53Z</dcterms:modified>
</cp:coreProperties>
</file>